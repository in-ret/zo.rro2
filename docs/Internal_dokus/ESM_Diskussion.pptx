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6" r:id="rId11"/>
    <p:sldId id="265" r:id="rId12"/>
    <p:sldId id="267" r:id="rId13"/>
    <p:sldId id="268" r:id="rId14"/>
    <p:sldId id="271" r:id="rId15"/>
    <p:sldId id="272" r:id="rId16"/>
    <p:sldId id="269" r:id="rId17"/>
    <p:sldId id="270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B5EE6-F361-4E9B-A559-23972A218C88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D8B1E-5128-4416-B444-D863AFBA66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19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6C026-7190-88B2-08E6-0C33B6902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FFB554-C880-FBDF-B04E-F5B8230F3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BDE900-6EDB-9C1E-0895-61441530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12652C-B826-C9B3-6F53-DB84F8B7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55DE59-9408-C019-3B3F-3B619BA0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72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3D3AA-3322-0477-30FC-32DFEF97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E6CF1-FDBF-30FD-9B55-B5B06ABDD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2E5FC0-ADF9-1D5F-BD9F-D0A809E8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B447E1-5641-A66F-665A-A69DEE7D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47B0F-4EBF-AD00-70DF-F5E6E962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57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E9C0E-10C0-E50F-BD2E-47BADE08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4A14F-6951-F895-CB6C-1E8C8CE64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AA1888-6810-D81F-15E3-00B58065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787F2-667B-CF0A-3463-CAC3C8E8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66DDF0-A451-3514-8D7C-FFEA3E20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32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6FC6D-2856-9033-9C56-65670D8D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3BA3EF-4702-D2CF-662C-36E4677EE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1A84D5-EB46-C7B8-E669-FFBA91F08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EE5FC3-9D1A-FF03-8DB3-72A0417D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617E65-B78C-44F0-0AA3-CFE44ECA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B1D90F-6888-857E-4FEB-DAB05072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79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17CDE-13F9-1265-377E-DE38DD189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7D0BB5-A545-B74B-D49C-FEED147F6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7C0146-CE1C-86D7-582C-F9C8AEBB7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2A8F2D-E86F-1855-D78B-4645B6844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FAB110B-3953-9ED7-896D-7C3B1B4D0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592731E-85CC-7410-6B17-50672F28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B5F5749-FF7D-8AE9-29C0-146641AB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DF887AD-5158-75C3-A9C9-24B276C4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849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803CC-E136-315E-A4AF-6104FA7D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0CD847-B55C-EB3D-65E6-6C94AED8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276790-0B21-F9CC-4B5B-BD9A4E13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B0189C-2BE3-AF42-03ED-BA50C97D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078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776CD2-B926-329E-1973-0B789BD0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C3A175-34E8-B681-5310-C2A0E191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E42184-4597-F165-29E4-ED240A5B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18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F53394-AADA-2343-EB95-DD240808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16F8FB-49BB-12F4-B7B5-6063B2FD8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4D250A-57F6-4E2E-BE48-6453574DD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836103-802F-2031-0279-623C991F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BA2F03-4039-07C0-E386-B9CDD99C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5FF61A-1E4F-BE9C-C45B-1D15A4EB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4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68899-156F-BD91-D5C8-2A5F905D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511446A-5E03-D7CF-74B5-4109A48F9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8E6898-A8F5-C8B6-CA61-08A1B7FE5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7ADF56-F184-5AD8-5C25-E6752C66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8E297-60E7-252B-942D-9364CFEE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E3202E-151A-90BB-1855-DB321F86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83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44E26A-75DC-FD6E-1D4D-46F37F43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CB53A3-D11A-58DE-05F5-7C1E695E2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8F65D8-B72B-E60D-6842-F96ED3B7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8596D9-6A05-68F1-6B6A-28863916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7E0EE7-6198-7D53-CDCE-38ED23F3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03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E2992D-0FEB-5085-1B4F-DF2DF60E8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E5A4EB-3F86-CF8C-BB22-8B092B0CE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C3580F-BB45-1EEA-2182-9F2A93D3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3B82CF-6D8E-7D8C-2F1F-45EB08E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F2861F-C6EA-E728-AD3B-F3202640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74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2F1DA6-FED0-0E71-A6D3-7B5113ED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B885D9-F0E3-6EE8-B5C7-E3B95F332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E30AAD-E0D7-24D0-1BFB-7A967FF15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79055-9DB1-408C-985C-BB170FAE6E51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57DEF4-FFBC-CDE6-6C8D-2D0B61FF8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316CBB-6A98-D08F-4AE7-3BA933940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22976-D9A4-477D-B4FC-59446260B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10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40FD63F-327D-B21D-6635-19ABEF58D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162" y="0"/>
            <a:ext cx="7163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2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818D4B-4340-DC9F-D5FD-9720D264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Strompreis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8CAAD51-9A26-7362-C55C-2BF28E841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" t="12835" r="1090" b="1931"/>
          <a:stretch>
            <a:fillRect/>
          </a:stretch>
        </p:blipFill>
        <p:spPr>
          <a:xfrm>
            <a:off x="1737755" y="1486533"/>
            <a:ext cx="8716489" cy="537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8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2735-E630-73ED-22F4-FC4B44A6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B9836-96E0-69C4-B2BF-433860F7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Strompreis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3922A92-1759-EAC3-F27A-6852E7602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2613" r="1246" b="2372"/>
          <a:stretch>
            <a:fillRect/>
          </a:stretch>
        </p:blipFill>
        <p:spPr>
          <a:xfrm>
            <a:off x="2367148" y="1508166"/>
            <a:ext cx="7457704" cy="458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D60D-489B-BF7B-9A11-BAF97BDF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E07CA-1B39-ADA7-6AB1-9EC78D9E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Strompreis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424E4B2-446A-F2D7-9867-B438F376B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19" y="1503331"/>
            <a:ext cx="8175018" cy="498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9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CF24-A6BC-B45D-22E7-3A6AC896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A1A89B-EF17-9403-86C6-E2A39CBF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Strompreis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49BB3CB-47C1-6148-1131-542920798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" t="12834" r="1246" b="1491"/>
          <a:stretch>
            <a:fillRect/>
          </a:stretch>
        </p:blipFill>
        <p:spPr>
          <a:xfrm>
            <a:off x="2363190" y="1425039"/>
            <a:ext cx="7457704" cy="461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6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17E3-D263-1F90-3557-3E4BC394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57A4D-C145-C666-D499-4CD5A33D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Gaspreis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C568599-BF2C-9535-E548-1AE35F1E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" t="12613" b="2151"/>
          <a:stretch>
            <a:fillRect/>
          </a:stretch>
        </p:blipFill>
        <p:spPr>
          <a:xfrm>
            <a:off x="2313628" y="1306286"/>
            <a:ext cx="7564744" cy="459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45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7A70-AFCE-1348-7D00-4DCDE818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47BD2-B8B8-122E-BD3C-B9FE9257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48" y="270123"/>
            <a:ext cx="10515600" cy="1325563"/>
          </a:xfrm>
        </p:spPr>
        <p:txBody>
          <a:bodyPr/>
          <a:lstStyle/>
          <a:p>
            <a:r>
              <a:rPr lang="de-DE" dirty="0"/>
              <a:t>Ölpreis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867642-2B22-6641-2154-09C23F054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" t="13054" r="780" b="2152"/>
          <a:stretch>
            <a:fillRect/>
          </a:stretch>
        </p:blipFill>
        <p:spPr>
          <a:xfrm>
            <a:off x="2185059" y="1450822"/>
            <a:ext cx="7861466" cy="481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1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C73273B-9616-9D63-D03D-8F67911B2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" t="6077" r="8362" b="1679"/>
          <a:stretch>
            <a:fillRect/>
          </a:stretch>
        </p:blipFill>
        <p:spPr>
          <a:xfrm>
            <a:off x="1448790" y="942838"/>
            <a:ext cx="10640290" cy="5915162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4B4C877-7AC4-0625-739A-F18D90A1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Sensitivität BP</a:t>
            </a:r>
          </a:p>
        </p:txBody>
      </p:sp>
    </p:spTree>
    <p:extLst>
      <p:ext uri="{BB962C8B-B14F-4D97-AF65-F5344CB8AC3E}">
        <p14:creationId xmlns:p14="http://schemas.microsoft.com/office/powerpoint/2010/main" val="2044389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1D2B-3EF5-836D-A85E-A52F860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D0F9C-14F1-0A85-7760-DC07F7295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Sensitivität BP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586B045E-E236-1770-A488-ED19D41ED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t="8534" b="1132"/>
          <a:stretch>
            <a:fillRect/>
          </a:stretch>
        </p:blipFill>
        <p:spPr>
          <a:xfrm>
            <a:off x="467096" y="936620"/>
            <a:ext cx="11257808" cy="5666061"/>
          </a:xfrm>
        </p:spPr>
      </p:pic>
    </p:spTree>
    <p:extLst>
      <p:ext uri="{BB962C8B-B14F-4D97-AF65-F5344CB8AC3E}">
        <p14:creationId xmlns:p14="http://schemas.microsoft.com/office/powerpoint/2010/main" val="2207602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35E3-CE12-B722-1509-F44BB673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65E4C6-4EB3-68B1-5F22-88B3A3D7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Sensitivität BP</a:t>
            </a:r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36433B96-AAA9-D64B-7C59-BD254C177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6" t="30996" r="6058" b="33745"/>
          <a:stretch>
            <a:fillRect/>
          </a:stretch>
        </p:blipFill>
        <p:spPr>
          <a:xfrm>
            <a:off x="0" y="1727899"/>
            <a:ext cx="13569696" cy="1240144"/>
          </a:xfrm>
        </p:spPr>
      </p:pic>
    </p:spTree>
    <p:extLst>
      <p:ext uri="{BB962C8B-B14F-4D97-AF65-F5344CB8AC3E}">
        <p14:creationId xmlns:p14="http://schemas.microsoft.com/office/powerpoint/2010/main" val="1067236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6B948-C2F3-3305-628B-9ED8DDEB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612A3-C7F1-1ADE-978B-1F2DE826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endParaRPr lang="de-DE" dirty="0"/>
          </a:p>
        </p:txBody>
      </p:sp>
      <p:pic>
        <p:nvPicPr>
          <p:cNvPr id="16" name="Inhaltsplatzhalter 15">
            <a:extLst>
              <a:ext uri="{FF2B5EF4-FFF2-40B4-BE49-F238E27FC236}">
                <a16:creationId xmlns:a16="http://schemas.microsoft.com/office/drawing/2014/main" id="{3FA8C5F9-0D1E-B7F6-321F-EFC5D329E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" t="14923" r="23344" b="63152"/>
          <a:stretch>
            <a:fillRect/>
          </a:stretch>
        </p:blipFill>
        <p:spPr>
          <a:xfrm>
            <a:off x="637295" y="1901952"/>
            <a:ext cx="10917410" cy="2063496"/>
          </a:xfrm>
        </p:spPr>
      </p:pic>
    </p:spTree>
    <p:extLst>
      <p:ext uri="{BB962C8B-B14F-4D97-AF65-F5344CB8AC3E}">
        <p14:creationId xmlns:p14="http://schemas.microsoft.com/office/powerpoint/2010/main" val="2474690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EB6E-3ECD-3392-2DAC-80117FD2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3D3D0-4573-8ADF-0C19-6B072AD1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A8FCFAC-7BDB-6548-F158-0FAADB125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5" b="1679"/>
          <a:stretch>
            <a:fillRect/>
          </a:stretch>
        </p:blipFill>
        <p:spPr>
          <a:xfrm>
            <a:off x="1757549" y="815758"/>
            <a:ext cx="8352358" cy="5953177"/>
          </a:xfrm>
        </p:spPr>
      </p:pic>
    </p:spTree>
    <p:extLst>
      <p:ext uri="{BB962C8B-B14F-4D97-AF65-F5344CB8AC3E}">
        <p14:creationId xmlns:p14="http://schemas.microsoft.com/office/powerpoint/2010/main" val="1107586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2988-781D-3120-E2F1-1A7BA17A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C29707-C087-7A1E-1BFA-3F9F7419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FFAFBD3-BB92-653D-458B-4EC46001B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1"/>
          <a:stretch>
            <a:fillRect/>
          </a:stretch>
        </p:blipFill>
        <p:spPr>
          <a:xfrm>
            <a:off x="1472540" y="296883"/>
            <a:ext cx="9029252" cy="6561188"/>
          </a:xfrm>
        </p:spPr>
      </p:pic>
    </p:spTree>
    <p:extLst>
      <p:ext uri="{BB962C8B-B14F-4D97-AF65-F5344CB8AC3E}">
        <p14:creationId xmlns:p14="http://schemas.microsoft.com/office/powerpoint/2010/main" val="194117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DE741-A2C5-064C-2E85-F7293329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97D232-7567-651F-A820-76772CE4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r>
              <a:rPr lang="de-DE"/>
              <a:t>-SEN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DFDB8B6D-8A72-6743-4A53-DFAB81694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7"/>
          <a:stretch>
            <a:fillRect/>
          </a:stretch>
        </p:blipFill>
        <p:spPr>
          <a:xfrm>
            <a:off x="712519" y="732551"/>
            <a:ext cx="8577423" cy="6125449"/>
          </a:xfrm>
        </p:spPr>
      </p:pic>
    </p:spTree>
    <p:extLst>
      <p:ext uri="{BB962C8B-B14F-4D97-AF65-F5344CB8AC3E}">
        <p14:creationId xmlns:p14="http://schemas.microsoft.com/office/powerpoint/2010/main" val="206850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133A-54EC-3BAF-8982-E9207B94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869E6-CC69-458E-3CCF-228A1A8E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90511AF-816A-9684-4A6F-AD592AF89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" t="9352" b="1406"/>
          <a:stretch>
            <a:fillRect/>
          </a:stretch>
        </p:blipFill>
        <p:spPr>
          <a:xfrm>
            <a:off x="451291" y="1037545"/>
            <a:ext cx="10960896" cy="5458257"/>
          </a:xfrm>
        </p:spPr>
      </p:pic>
    </p:spTree>
    <p:extLst>
      <p:ext uri="{BB962C8B-B14F-4D97-AF65-F5344CB8AC3E}">
        <p14:creationId xmlns:p14="http://schemas.microsoft.com/office/powerpoint/2010/main" val="257565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CD71-C617-45E4-1298-B6F8115B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A791B3-E2B4-DFD9-F1A8-AA46F364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4ECA797D-DE55-D087-C2F8-76C3EF861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14810" r="13868" b="63153"/>
          <a:stretch>
            <a:fillRect/>
          </a:stretch>
        </p:blipFill>
        <p:spPr>
          <a:xfrm>
            <a:off x="102920" y="1144423"/>
            <a:ext cx="12042846" cy="1891946"/>
          </a:xfr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5EB6C5B-9EB4-7747-C997-63F06C96A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" t="15185" r="2357" b="63675"/>
          <a:stretch>
            <a:fillRect/>
          </a:stretch>
        </p:blipFill>
        <p:spPr>
          <a:xfrm>
            <a:off x="83532" y="4037609"/>
            <a:ext cx="12024935" cy="15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67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73C3-CC30-6088-589B-E33C39E3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DAA583-15F7-E54F-31AA-8AD36BB8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0" y="-181140"/>
            <a:ext cx="10515600" cy="1325563"/>
          </a:xfrm>
        </p:spPr>
        <p:txBody>
          <a:bodyPr/>
          <a:lstStyle/>
          <a:p>
            <a:r>
              <a:rPr lang="de-DE" dirty="0"/>
              <a:t>BP </a:t>
            </a:r>
            <a:r>
              <a:rPr lang="de-DE" dirty="0" err="1"/>
              <a:t>Sensitivät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743C9F1E-8D8E-22C5-AD1A-42865C58F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3"/>
          <a:stretch>
            <a:fillRect/>
          </a:stretch>
        </p:blipFill>
        <p:spPr>
          <a:xfrm>
            <a:off x="1678332" y="679037"/>
            <a:ext cx="8237564" cy="5996690"/>
          </a:xfrm>
        </p:spPr>
      </p:pic>
    </p:spTree>
    <p:extLst>
      <p:ext uri="{BB962C8B-B14F-4D97-AF65-F5344CB8AC3E}">
        <p14:creationId xmlns:p14="http://schemas.microsoft.com/office/powerpoint/2010/main" val="2918401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Breitbild</PresentationFormat>
  <Paragraphs>16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PowerPoint-Präsentation</vt:lpstr>
      <vt:lpstr>Strompreis</vt:lpstr>
      <vt:lpstr>Strompreis</vt:lpstr>
      <vt:lpstr>Strompreis</vt:lpstr>
      <vt:lpstr>Strompreis</vt:lpstr>
      <vt:lpstr>Gaspreis</vt:lpstr>
      <vt:lpstr>Ölpreis</vt:lpstr>
      <vt:lpstr>Sensitivität BP</vt:lpstr>
      <vt:lpstr>Sensitivität BP</vt:lpstr>
      <vt:lpstr>Sensitivität BP</vt:lpstr>
      <vt:lpstr>BP Sensitivät</vt:lpstr>
      <vt:lpstr>BP Sensitivät</vt:lpstr>
      <vt:lpstr>BP Sensitivät</vt:lpstr>
      <vt:lpstr>BP Sensitivät-SEN</vt:lpstr>
      <vt:lpstr>BP Sensitivät</vt:lpstr>
      <vt:lpstr>BP Sensitivät</vt:lpstr>
      <vt:lpstr>BP Sensitivät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Krishnan, Rohith Krishnan</dc:creator>
  <cp:lastModifiedBy>Bala Krishnan, Rohith Krishnan</cp:lastModifiedBy>
  <cp:revision>8</cp:revision>
  <dcterms:created xsi:type="dcterms:W3CDTF">2026-02-03T09:41:36Z</dcterms:created>
  <dcterms:modified xsi:type="dcterms:W3CDTF">2026-03-23T12:06:03Z</dcterms:modified>
</cp:coreProperties>
</file>